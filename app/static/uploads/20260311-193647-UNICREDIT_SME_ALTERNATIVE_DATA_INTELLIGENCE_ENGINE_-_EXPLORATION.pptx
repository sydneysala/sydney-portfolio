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f203dce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f203dce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f203dceb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f203dceb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f203dceb6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f203dceb6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f203dceb6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f203dceb6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f203dceb6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f203dceb6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f203dceb6_1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f203dceb6_1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f203dceb6_1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f203dceb6_1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f203dceb6_1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f203dceb6_1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f203dceb6_1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f203dceb6_1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f203dceb6_1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f203dceb6_1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Screenshot 2026-02-23 at 13.35.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Screenshot 2026-02-23 at 13.35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Screenshot 2026-02-23 at 13.35.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Screenshot 2026-02-23 at 13.36.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Screenshot 2026-02-23 at 13.36.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Screenshot 2026-02-23 at 13.36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 title="Screenshot 2026-02-23 at 13.36.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 title="Screenshot 2026-02-23 at 13.36.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 title="Screenshot 2026-02-23 at 13.36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 title="Screenshot 2026-02-23 at 13.58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85750"/>
            <a:ext cx="9144003" cy="5714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