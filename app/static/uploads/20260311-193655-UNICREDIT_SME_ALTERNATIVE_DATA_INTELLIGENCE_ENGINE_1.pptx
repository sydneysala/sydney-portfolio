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a5269924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a5269924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5269924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a5269924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5269924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a5269924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a5269924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a526992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a5269924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a5269924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a5269924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a5269924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5269924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a5269924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a5269924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a5269924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a5269924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a5269924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a5269924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a5269924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a5269924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a5269924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2-23 at 13.57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2-23 at 13.57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2-23 at 13.57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2-23 at 13.57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3" y="-275091"/>
            <a:ext cx="9109873" cy="5693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2-23 at 13.57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2-23 at 13.57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2-23 at 13.57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2-23 at 13.57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creenshot 2026-02-23 at 13.58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creenshot 2026-02-23 at 13.58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Screenshot 2026-02-23 at 13.58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